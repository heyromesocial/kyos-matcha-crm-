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6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pic>
        <p:nvPicPr>
          <p:cNvPr id="3" name="Image 0" descr="/sessions/adoring-cool-bohr/mnt/outputs/Kyo_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13232"/>
            <a:ext cx="1645920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Weekly Snapshot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10 July 2026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/ Café Channel  ·  Prepared from the Partner Hub CRM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1848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INVOICED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£6,584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£4,647 paid · £1,937 outstanding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618488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4515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4515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£347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618488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563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48563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kg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48563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this week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CAFÉS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0467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0467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active partners overall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8912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4515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70248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4515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64515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464515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order this week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22960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48563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270248"/>
            <a:ext cx="246888" cy="2468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8563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SENT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848563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848563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week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Blossoms, Northampton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KOVA CAFE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Chai Cafe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2648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CAFÉS BY REVENUE THIS WEEK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ACAI&amp;THE TRIBE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£1,471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Matcha Lab, Winchester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Acai Grove, Chester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Cece Cha, Stevenage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Riptide Espresso, Dorset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548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BF1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910328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£1,937 outstanding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£1,937 unpaid + £0 overdue across this week's invoices — worth a quick follow-up.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63640" y="47548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4F7F2"/>
          </a:solidFill>
          <a:ln/>
        </p:spPr>
      </p:sp>
      <p:sp>
        <p:nvSpPr>
          <p:cNvPr id="11" name="Shape 7"/>
          <p:cNvSpPr/>
          <p:nvPr/>
        </p:nvSpPr>
        <p:spPr>
          <a:xfrm>
            <a:off x="6492240" y="498348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509320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0" y="491032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samples went out this week. Follow up on the batch from ~2-3 weeks ago now — that's the window most cafés convert to a first order.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Kyos Matcha B2B Weekly Snapshot — 2026-07-01 to 2026-07-10</dc:title>
  <dc:subject>PptxGenJS Presentation</dc:subject>
  <dc:creator>Kyos Matcha</dc:creator>
  <cp:lastModifiedBy>Kyos Matcha</cp:lastModifiedBy>
  <cp:revision>1</cp:revision>
  <dcterms:created xsi:type="dcterms:W3CDTF">2026-07-10T13:42:24Z</dcterms:created>
  <dcterms:modified xsi:type="dcterms:W3CDTF">2026-07-10T13:42:24Z</dcterms:modified>
</cp:coreProperties>
</file>