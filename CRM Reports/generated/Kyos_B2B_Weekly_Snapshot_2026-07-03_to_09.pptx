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KYOS MATCHA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Weekly Snapshot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4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July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Café Channel  ·  Prepared from the Partner Hub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2C5A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184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INVOICED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£3,824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£2,481 paid · £1,343 outstanding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490472"/>
            <a:ext cx="502920" cy="502920"/>
          </a:xfrm>
          <a:prstGeom prst="ellipse">
            <a:avLst/>
          </a:prstGeom>
          <a:solidFill>
            <a:srgbClr val="2C5A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1848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4515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515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£319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1490472"/>
            <a:ext cx="502920" cy="502920"/>
          </a:xfrm>
          <a:prstGeom prst="ellipse">
            <a:avLst/>
          </a:prstGeom>
          <a:solidFill>
            <a:srgbClr val="2C5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61848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21488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CAFÉS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85632" y="242316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485632" y="310896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active partners overall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2C5A3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0467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0467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order this week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8912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2C5A3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270248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4515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IN PIPELINE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64515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64515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 tracking starts next snapshot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22960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7F2"/>
          </a:solidFill>
          <a:ln/>
          <a:effectLst>
            <a:outerShdw sx="100000" sy="100000" kx="0" ky="0" algn="bl" rotWithShape="0" blurRad="101600" dist="25400" dir="5400000">
              <a:srgbClr val="1B3A22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85632" y="4142232"/>
            <a:ext cx="502920" cy="502920"/>
          </a:xfrm>
          <a:prstGeom prst="ellipse">
            <a:avLst/>
          </a:prstGeom>
          <a:solidFill>
            <a:srgbClr val="2C5A3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270248"/>
            <a:ext cx="246888" cy="2468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85632" y="480060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CAFÉ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485632" y="507492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£319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485632" y="576072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week, per active account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5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CAFÉS ONBOARDED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Blossoms, Northampton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Chai Cafe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5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CAFÉS BY REVENUE THIS WEEK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Matcha Lab, Winchester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Acai Grove, Chester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Riptide Espresso, Dorset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Chiya Cafe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Blossoms, Northampton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BF1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74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9560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£1,343 outstanding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£1,343 unpaid + £0 overdue across this week's invoices — worth a quick follow-up.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Kyos Matcha B2B Weekly Snapshot — 2026-07-03 to 2026-07-09</dc:title>
  <dc:subject>PptxGenJS Presentation</dc:subject>
  <dc:creator>Kyos Matcha</dc:creator>
  <cp:lastModifiedBy>Kyos Matcha</cp:lastModifiedBy>
  <cp:revision>1</cp:revision>
  <dcterms:created xsi:type="dcterms:W3CDTF">2026-07-09T14:15:49Z</dcterms:created>
  <dcterms:modified xsi:type="dcterms:W3CDTF">2026-07-09T14:15:49Z</dcterms:modified>
</cp:coreProperties>
</file>