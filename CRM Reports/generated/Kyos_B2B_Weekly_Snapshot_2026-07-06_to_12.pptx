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C60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1920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pic>
        <p:nvPicPr>
          <p:cNvPr id="3" name="Image 0" descr="/sessions/adoring-cool-bohr/mnt/outputs/Kyo_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13232"/>
            <a:ext cx="1645920" cy="4416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317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Weekly Snapshot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3337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– 12 July 2026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B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/ Café Channel  ·  Prepared from the Partner Hub CRM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490472"/>
            <a:ext cx="502920" cy="50292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618488"/>
            <a:ext cx="246888" cy="246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" y="214884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INVOICED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04672" y="242316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£4,418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£2,481 paid · £1,937 outstanding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12344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45152" y="1490472"/>
            <a:ext cx="502920" cy="50292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618488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45152" y="214884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645152" y="242316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4645152" y="310896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£316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229600" y="12344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85632" y="1490472"/>
            <a:ext cx="502920" cy="50292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618488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85632" y="214884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MATCHA SHIPPED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485632" y="242316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kg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8485632" y="310896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Invoiced this week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48640" y="38862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04672" y="4142232"/>
            <a:ext cx="502920" cy="50292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270248"/>
            <a:ext cx="246888" cy="2468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04672" y="480060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CAFÉS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804672" y="507492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000" dirty="0"/>
          </a:p>
        </p:txBody>
      </p:sp>
      <p:sp>
        <p:nvSpPr>
          <p:cNvPr id="26" name="Text 20"/>
          <p:cNvSpPr/>
          <p:nvPr/>
        </p:nvSpPr>
        <p:spPr>
          <a:xfrm>
            <a:off x="804672" y="576072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active partners overall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389120" y="38862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645152" y="4142232"/>
            <a:ext cx="502920" cy="50292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4270248"/>
            <a:ext cx="246888" cy="24688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645152" y="480060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CAFÉS ONBOARDED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4645152" y="507492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32" name="Text 25"/>
          <p:cNvSpPr/>
          <p:nvPr/>
        </p:nvSpPr>
        <p:spPr>
          <a:xfrm>
            <a:off x="4645152" y="576072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paid order this week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8229600" y="38862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8485632" y="4142232"/>
            <a:ext cx="502920" cy="50292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3648" y="4270248"/>
            <a:ext cx="246888" cy="24688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85632" y="480060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SENT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8485632" y="507492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000" dirty="0"/>
          </a:p>
        </p:txBody>
      </p:sp>
      <p:sp>
        <p:nvSpPr>
          <p:cNvPr id="38" name="Text 30"/>
          <p:cNvSpPr/>
          <p:nvPr/>
        </p:nvSpPr>
        <p:spPr>
          <a:xfrm>
            <a:off x="8485632" y="576072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this week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Highlights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C6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CAFÉS ONBOARDED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Blossoms, Northampton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Chai Cafe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12648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C6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CAFÉS BY REVENUE THIS WEEK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691640"/>
          <a:ext cx="54864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Café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0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Matcha Lab, Winchester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£732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Acai Grove, Chester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£587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Riptide Espresso, Dorset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£442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Chiya Cafe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£387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Blossoms, Northampton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£307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75488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FBF1E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292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4910328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£1,937 outstanding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4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£1,937 unpaid + £0 overdue across this week's invoices — worth a quick follow-up.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263640" y="475488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F4F7F2"/>
          </a:solidFill>
          <a:ln/>
        </p:spPr>
      </p:sp>
      <p:sp>
        <p:nvSpPr>
          <p:cNvPr id="11" name="Shape 7"/>
          <p:cNvSpPr/>
          <p:nvPr/>
        </p:nvSpPr>
        <p:spPr>
          <a:xfrm>
            <a:off x="6492240" y="4983480"/>
            <a:ext cx="457200" cy="457200"/>
          </a:xfrm>
          <a:prstGeom prst="ellipse">
            <a:avLst/>
          </a:prstGeom>
          <a:solidFill>
            <a:srgbClr val="3C603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509320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32320" y="4910328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6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focus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E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samples went out this week. Follow up on the batch from ~2-3 weeks ago now — that's the window most cafés convert to a first order.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Kyos Matcha B2B Weekly Snapshot — 2026-07-06 to 2026-07-12</dc:title>
  <dc:subject>PptxGenJS Presentation</dc:subject>
  <dc:creator>Kyos Matcha</dc:creator>
  <cp:lastModifiedBy>Kyos Matcha</cp:lastModifiedBy>
  <cp:revision>1</cp:revision>
  <dcterms:created xsi:type="dcterms:W3CDTF">2026-07-10T12:51:42Z</dcterms:created>
  <dcterms:modified xsi:type="dcterms:W3CDTF">2026-07-10T12:51:42Z</dcterms:modified>
</cp:coreProperties>
</file>